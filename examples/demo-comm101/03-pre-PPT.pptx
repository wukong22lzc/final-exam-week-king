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大家好，我今天想讲一个我们每天都在经历、但很少认真想的问题：为什么明明只想刷五分钟，一抬头已经凌晨一点。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大家看一个很熟悉的场景。晚上十一点半，你跟自己说再看最后一个就睡。结果每一次"最后一个"之后，算法都能精准地递上下一个。这里出现的时长只是示意，不是统计结论，但场景本身大概不陌生。这不是意志力的问题，而是推荐系统被设计成最大化停留时长。今天我想用传播学的理论解释：这套机制是怎么运作的，以及它如何改变我们的注意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问题不是"短视频好不好"，而是三个更具体的问题：第一，我们为什么使用它；第二，平台靠什么把我们留住；第三，长期使用之后，注意力发生了什么变化。我把它概括为：需求、机制、后果。接下来我会用三个理论分别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界定两个词。注意力不是"专注力"的道德问题，而是有限的认知资源，它的核心特征是会被切换消耗。短视频的关键也不只是短，而是算法分发加上即时反馈，让切换变得极其廉价。所以我关注的指标不是每天刷多久，而是单位时间内的切换频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分析框架是一条链。使用与满足解释起点：我们带着需求去使用媒介。议程设置解释过程：平台通过算法决定什么被推到眼前，什么被放大。涵化理论解释长期后果：反复接触的内容会慢慢塑造我们对现实的认知。三个理论分别对应单次、持续、长期三个时间尺度，这是它们能串起来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与满足告诉我们，受众是带着需求来的。访谈里出现最多的不是"好玩"，而是"怕错过"和"放松一下"。前者是社会整合，后者是舒解压力。还有一类是认知需求——想学点东西，但实际获得的往往是碎片化的知识点。这说明短视频同时满足了多种需求，所以单靠"戒掉"很难，因为需求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第一个机制是即时满足。每一次下滑都可能刷到好看的，也可能刷到无聊的，这种不确定性反而强化了重复行为。更关键的是，它抬高了满足的阈值：当 15 秒就能获得一次情绪回报，一段 20 分钟的课程视频就很难被启动。这不是注意力变差，而是注意力的"启动成本"被重新标定了。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机制是算法议程。传统媒体的议程设置由编辑决定，而平台由算法决定。它同样有三个层次：推哪些内容，强调内容的哪些属性，以及把哪些议题连在一起。区别在于，算法的标准是停留时长和完播率，而不是新闻价值。所以我们看到的不是"最重要的"，而是"最容易让人停下来的"。这就是为什么愤怒和焦虑的内容更容易被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机制是长期的。涵化理论原本讲电视看多了会形成对现实的稳定认知。短视频的涵化不是给你一套完整世界观，而是给你一种钝感：看多了夸张的剧情、极端的冲突、精致的生活，会慢慢觉得"世界本来就是这样"。这种影响是累积的，单条视频看不出来，但它会改变你对正常与异常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我目前做的只是预调研设计，数据还要补。计划访谈 8 到 10 人，先提出三个待验证的假设：第一，使用主要集中在过渡时间，比如等车、排队、睡前；第二，多数人会有"刷完更累"的体验，说明满足是短期的；第三，很少有人能说清推荐逻辑，这恰恰说明算法议程是隐形的。这部分如果老师要求实证，我会扩到 50 份问卷再补进来。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回应一个反方观点：短视频也在传播知识。确实，它降低了获取门槛。但传播学里有一个基本区分：接触不等于效果。看过一个知识点，和把它纳入自己的认知结构，是两件事。真正的变量是有没有后续的深度加工，比如记笔记、复述、应用。所以问题不在于短视频本身，而在于它是否成为唯一的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三句话。第一，短视频满足的是真实需求，所以单纯靠意志力戒断效果有限。第二，算法议程把"什么重要"替换成了"什么能留住你"。第三，注意力的问题不是变短了，而是我们失去了主动切换的能力。我的建议不是卸载，而是把"过渡时间"还给别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以上是我的分享，欢迎提问。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60704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5000" b="1">
                <a:solidFill>
                  <a:srgbClr val="1F3A5F"/>
                </a:solidFill>
                <a:latin typeface="Noto Sans CJK SC"/>
                <a:ea typeface="Noto Sans CJK SC"/>
              </a:rPr>
              <a:t>刷不完的下一秒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100584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6B7280"/>
                </a:solidFill>
                <a:latin typeface="Noto Sans CJK SC"/>
                <a:ea typeface="Noto Sans CJK SC"/>
              </a:rPr>
              <a:t>短视频使用对大学生注意力的影响｜传播学概论课程 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CJK SC"/>
                <a:ea typeface="Noto Sans CJK SC"/>
              </a:rPr>
              <a:t>姓名 / 学号（按需保留）</a:t>
            </a:r>
            <a:r>
              <a:rPr sz="1100" b="0">
                <a:solidFill>
                  <a:srgbClr val="6B7280"/>
                </a:solidFill>
                <a:latin typeface="Noto Sans CJK SC"/>
                <a:ea typeface="Noto Sans CJK SC"/>
              </a:rPr>
              <a:t>    ｜    </a:t>
            </a:r>
            <a:r>
              <a:rPr sz="1100" b="0">
                <a:solidFill>
                  <a:srgbClr val="6B7280"/>
                </a:solidFill>
                <a:latin typeface="Noto Sans CJK SC"/>
                <a:ea typeface="Noto Sans CJK SC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凌晨一点的那条视频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"再看最后一个"——每晚重复多次（示意）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睡前 30 分钟，常常变成一小时（示意）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不是没有自制力，是产品被设计成"停不下来"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视觉：手机使用时长截图（打码），旁边放一条时间轴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注意力去哪了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研究问题：短视频如何影响大学生的注意力结构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三个子问题：为什么用、怎么被留住、留下什么后果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立场：不是"短视频有害论"，而是机制分析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视觉：三个问号组成一条横向流程，箭头指向"注意力"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两个关键词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注意力：有限的认知资源，可被分配、切换、消耗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短视频：时长通常在 15 秒–3 分钟，算法分发，强即时反馈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本文关注的不是时长，而是"切换频率"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视觉：左右两栏对比，中间一个"切换"图标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三个理论，一条链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使用与满足：为什么开始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议程设置：为什么停不下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涵化理论：长期留下什么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一条链：需求 → 使用 → 满足 → 结构化后果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视觉：横向三节点流程图，箭头连接，底部一条时间轴（单次 / 持续 / 长期）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不是无聊，是五种需求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认知：想学点东西、怕落后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情感：放松、逃避压力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个人整合：看到"理想的我"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社会整合：怕错过话题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舒解压力：睡前放空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视觉：五宫格图标，每格一个需求 + 一句用户原话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15 秒一次的正反馈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每次滑动都是一次"抽奖"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不确定的奖励 → 更强的重复行为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满足阈值被抬高，长内容变得难以进入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视觉：一条逐渐加速的心率曲线，叠加"滑动"刻度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算法决定你看见什么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议程设置第一层：推什么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第二层：强调什么属性（搞笑 / 愤怒 / 焦虑）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第三层：把议题连成认知网络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新把关人：停留时长、完播率、互动率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视觉：漏斗图：内容池 → 算法筛选 → 推荐页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看多了，就以为是世界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涵化：长期、重复、整体性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主流化：不同人群的观点趋同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共鸣：现实经验与内容一致时效果更强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碎片化涵化：不是统一世界观，而是"世界就是这样"的钝感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视觉：一张由许多短视频封面拼成的世界地图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预调研：三个待验证的假设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计划访谈 8–10 人，数据待补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假设一：使用集中在"过渡时间"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假设二：多数人有"刷完更累"的体验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假设三：很少有人能说清推荐逻辑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视觉：三栏卡片，每栏一个假设 + 一句待填补的引语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短视频也在教东西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知识类内容确实降低了学习门槛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但"看过"不等于"学会"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关键变量：是否有后续的深度加工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视觉：天平：即时获取 vs 深度加工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短视频满足的是真实需求，不是单纯的"上瘾"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算法议程把"重要"替换成了"停留"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注意力的问题不是变短，而是失去主动切换的能力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视觉：三行大字，留白为主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33272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Noto Sans CJK SC"/>
                <a:ea typeface="Noto Sans CJK SC"/>
              </a:rP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35640" cy="1828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参考文献：郭庆光（2011）；麦库姆斯（2008）；诺依曼（2013）；彭兰（2017）</a:t>
            </a:r>
          </a:p>
          <a:p>
            <a:pPr algn="l" marL="310896" indent="-310896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2000" b="0">
                <a:solidFill>
                  <a:srgbClr val="222A35"/>
                </a:solidFill>
                <a:latin typeface="Noto Sans CJK SC"/>
                <a:ea typeface="Noto Sans CJK SC"/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70448"/>
            <a:ext cx="99669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视觉：极简，底部一行小字文献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55080"/>
            <a:ext cx="594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SC"/>
                <a:ea typeface="Noto Sans CJK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